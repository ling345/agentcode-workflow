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1"/>
  </p:handoutMasterIdLst>
  <p:sldIdLst>
    <p:sldId id="256" r:id="rId3"/>
    <p:sldId id="257" r:id="rId5"/>
    <p:sldId id="258" r:id="rId6"/>
    <p:sldId id="259" r:id="rId7"/>
    <p:sldId id="266" r:id="rId8"/>
    <p:sldId id="260" r:id="rId9"/>
    <p:sldId id="261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86374"/>
  </p:normalViewPr>
  <p:slideViewPr>
    <p:cSldViewPr snapToGrid="0" showGuides="1">
      <p:cViewPr varScale="1">
        <p:scale>
          <a:sx n="92" d="100"/>
          <a:sy n="92" d="100"/>
        </p:scale>
        <p:origin x="570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Homework2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Simple Workflow MVP（</a:t>
            </a:r>
            <a:r>
              <a:rPr lang="en-US" altLang="zh-CN">
                <a:sym typeface="+mn-ea"/>
              </a:rPr>
              <a:t>2 </a:t>
            </a:r>
            <a:r>
              <a:rPr lang="zh-CN" altLang="en-US">
                <a:sym typeface="+mn-ea"/>
              </a:rPr>
              <a:t>Week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2500" lnSpcReduction="10000"/>
          </a:bodyPr>
          <a:lstStyle/>
          <a:p>
            <a:endParaRPr lang="zh-CN" altLang="en-US"/>
          </a:p>
          <a:p>
            <a:r>
              <a:rPr lang="zh-CN" altLang="en-US"/>
              <a:t>#### 项目目标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搭建一个2-3个Agent协作的简单Workflow，理解Workflow编排、Agent间通信、状态管理等核心概念。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#### 可选方向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| 方向 | 流程描述 | Agent组成 |</a:t>
            </a:r>
            <a:endParaRPr lang="zh-CN" altLang="en-US"/>
          </a:p>
          <a:p>
            <a:r>
              <a:rPr lang="zh-CN" altLang="en-US"/>
              <a:t>|------|----------|----------|</a:t>
            </a:r>
            <a:endParaRPr lang="zh-CN" altLang="en-US"/>
          </a:p>
          <a:p>
            <a:r>
              <a:rPr lang="zh-CN" altLang="en-US"/>
              <a:t>| Mini SE流程 | 需求 → 设计 → 代码 | 需求Agent + 设计Agent + 编码Agent |</a:t>
            </a:r>
            <a:endParaRPr lang="zh-CN" altLang="en-US"/>
          </a:p>
          <a:p>
            <a:r>
              <a:rPr lang="zh-CN" altLang="en-US"/>
              <a:t>| 代码审查流程 | 编码 → 审查 → 修复 | 编码Agent + 审查Agent + 修复Agent |</a:t>
            </a:r>
            <a:endParaRPr lang="zh-CN" altLang="en-US"/>
          </a:p>
          <a:p>
            <a:r>
              <a:rPr lang="zh-CN" altLang="en-US"/>
              <a:t>| 文档生成流程 | 代码 → 分析 → 文档 | 分析Agent + 文档Agent |</a:t>
            </a:r>
            <a:endParaRPr lang="zh-CN" altLang="en-US"/>
          </a:p>
          <a:p>
            <a:r>
              <a:rPr lang="zh-CN" altLang="en-US"/>
              <a:t>| 测试流程 | 代码 → 生成测试 → 执行 | 测试生成Agent + 测试执行Agent |</a:t>
            </a:r>
            <a:endParaRPr lang="zh-CN" altLang="en-US"/>
          </a:p>
          <a:p>
            <a:r>
              <a:rPr lang="zh-CN" altLang="en-US"/>
              <a:t>| 内容创作流程 | 主题 → 大纲 → 内容 → 审校 | 规划Agent + 写作Agent + 审校Agent |</a:t>
            </a:r>
            <a:endParaRPr lang="zh-CN" altLang="en-US"/>
          </a:p>
          <a:p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Simple Workflow MVP（</a:t>
            </a:r>
            <a:r>
              <a:rPr lang="en-US" altLang="zh-CN">
                <a:sym typeface="+mn-ea"/>
              </a:rPr>
              <a:t>2 </a:t>
            </a:r>
            <a:r>
              <a:rPr lang="zh-CN" altLang="en-US">
                <a:sym typeface="+mn-ea"/>
              </a:rPr>
              <a:t>Week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223010"/>
            <a:ext cx="10515600" cy="5509260"/>
          </a:xfrm>
        </p:spPr>
        <p:txBody>
          <a:bodyPr>
            <a:normAutofit fontScale="32500" lnSpcReduction="10000"/>
          </a:bodyPr>
          <a:lstStyle/>
          <a:p>
            <a:r>
              <a:rPr lang="zh-CN" altLang="en-US" sz="4800">
                <a:sym typeface="+mn-ea"/>
              </a:rPr>
              <a:t>#### 技术要求</a:t>
            </a:r>
            <a:endParaRPr lang="zh-CN" altLang="en-US" sz="4800"/>
          </a:p>
          <a:p>
            <a:endParaRPr lang="zh-CN" altLang="en-US" sz="4800"/>
          </a:p>
          <a:p>
            <a:r>
              <a:rPr lang="zh-CN" altLang="en-US" sz="4800">
                <a:sym typeface="+mn-ea"/>
              </a:rPr>
              <a:t>1. **必须实现**：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至少2个Agent协作完成一个完整流程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实现Agent间的消息传递或状态共享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支持基本的流程控制（顺序执行）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MVP可运行即可，不需要复杂调度</a:t>
            </a:r>
            <a:endParaRPr lang="zh-CN" altLang="en-US" sz="4800"/>
          </a:p>
          <a:p>
            <a:endParaRPr lang="zh-CN" altLang="en-US" sz="4800"/>
          </a:p>
          <a:p>
            <a:r>
              <a:rPr lang="zh-CN" altLang="en-US" sz="4800">
                <a:sym typeface="+mn-ea"/>
              </a:rPr>
              <a:t>2. **推荐实现**：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支持条件分支、循环、并行执行等高级流程控制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可视化Workflow编排界面（可选）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执行日志与状态追踪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错误处理与恢复机制</a:t>
            </a:r>
            <a:endParaRPr lang="zh-CN" altLang="en-US" sz="4800"/>
          </a:p>
          <a:p>
            <a:endParaRPr lang="zh-CN" altLang="en-US" sz="4800"/>
          </a:p>
          <a:p>
            <a:r>
              <a:rPr lang="zh-CN" altLang="en-US" sz="4800">
                <a:sym typeface="+mn-ea"/>
              </a:rPr>
              <a:t>3. **从项目1复用**：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可复用项目1中开发的Agent作为Workflow节点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   - 或参考项目1的经验重新设计</a:t>
            </a:r>
            <a:endParaRPr lang="zh-CN" altLang="en-US" sz="4800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Simple Workflow MVP（</a:t>
            </a:r>
            <a:r>
              <a:rPr lang="en-US" altLang="zh-CN">
                <a:sym typeface="+mn-ea"/>
              </a:rPr>
              <a:t>2 </a:t>
            </a:r>
            <a:r>
              <a:rPr lang="zh-CN" altLang="en-US">
                <a:sym typeface="+mn-ea"/>
              </a:rPr>
              <a:t>Week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337310"/>
            <a:ext cx="10515600" cy="5333365"/>
          </a:xfrm>
        </p:spPr>
        <p:txBody>
          <a:bodyPr>
            <a:normAutofit fontScale="25000"/>
          </a:bodyPr>
          <a:lstStyle/>
          <a:p>
            <a:r>
              <a:rPr lang="zh-CN" altLang="en-US" sz="4800">
                <a:sym typeface="+mn-ea"/>
              </a:rPr>
              <a:t>#### 评审标准</a:t>
            </a:r>
            <a:endParaRPr lang="zh-CN" altLang="en-US" sz="4800"/>
          </a:p>
          <a:p>
            <a:endParaRPr lang="zh-CN" altLang="en-US" sz="4800"/>
          </a:p>
          <a:p>
            <a:r>
              <a:rPr lang="zh-CN" altLang="en-US" sz="4800">
                <a:sym typeface="+mn-ea"/>
              </a:rPr>
              <a:t>| 维度 | 权重 | 评分要点 |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|------|------|----------|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| 流程完整性 | 40% | Workflow是否跑通、端到端流程是否完整 |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| Agent协作 | 30% | Agent间通信是否顺畅、状态管理是否合理 |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| 可扩展性 | 20% | 架构是否支持新增Agent、修改流程 |</a:t>
            </a:r>
            <a:endParaRPr lang="zh-CN" altLang="en-US" sz="4800"/>
          </a:p>
          <a:p>
            <a:r>
              <a:rPr lang="zh-CN" altLang="en-US" sz="4800">
                <a:sym typeface="+mn-ea"/>
              </a:rPr>
              <a:t>| 文档 | 10% | 流程图、架构说明、使用文档 |</a:t>
            </a:r>
            <a:endParaRPr lang="zh-CN" altLang="en-US" sz="4800"/>
          </a:p>
          <a:p>
            <a:endParaRPr lang="zh-CN" altLang="en-US" sz="4800"/>
          </a:p>
          <a:p>
            <a:r>
              <a:rPr lang="zh-CN" altLang="en-US" sz="4800">
                <a:sym typeface="+mn-ea"/>
              </a:rPr>
              <a:t>#### 提交物</a:t>
            </a:r>
            <a:r>
              <a:rPr lang="zh-CN" altLang="en-US" sz="4800">
                <a:sym typeface="+mn-ea"/>
              </a:rPr>
              <a:t>和截止时间</a:t>
            </a:r>
            <a:endParaRPr lang="zh-CN" altLang="en-US" sz="4800"/>
          </a:p>
          <a:p>
            <a:pPr marL="0" indent="0">
              <a:buNone/>
            </a:pPr>
            <a:endParaRPr lang="zh-CN" altLang="en-US" sz="4800"/>
          </a:p>
          <a:p>
            <a:pPr marL="0" indent="0">
              <a:buNone/>
            </a:pPr>
            <a:r>
              <a:rPr lang="zh-CN" altLang="en-US" sz="4800">
                <a:sym typeface="+mn-ea"/>
              </a:rPr>
              <a:t>- 提交物</a:t>
            </a:r>
            <a:r>
              <a:rPr lang="en-US" altLang="zh-CN" sz="4800">
                <a:sym typeface="+mn-ea"/>
              </a:rPr>
              <a:t>1/</a:t>
            </a:r>
            <a:r>
              <a:rPr lang="zh-CN" altLang="en-US" sz="4800">
                <a:sym typeface="+mn-ea"/>
              </a:rPr>
              <a:t>代码：源代码仓库（GitHub/Gitee等）打包</a:t>
            </a:r>
            <a:endParaRPr lang="zh-CN" altLang="en-US" sz="4800"/>
          </a:p>
          <a:p>
            <a:pPr marL="0" indent="0">
              <a:buNone/>
            </a:pPr>
            <a:r>
              <a:rPr lang="zh-CN" altLang="en-US" sz="4800">
                <a:sym typeface="+mn-ea"/>
              </a:rPr>
              <a:t>- 提交物</a:t>
            </a:r>
            <a:r>
              <a:rPr lang="en-US" altLang="zh-CN" sz="4800">
                <a:sym typeface="+mn-ea"/>
              </a:rPr>
              <a:t>2/</a:t>
            </a:r>
            <a:r>
              <a:rPr lang="zh-CN" altLang="en-US" sz="4800">
                <a:sym typeface="+mn-ea"/>
              </a:rPr>
              <a:t>文档：README.md/Desgin.md（项目说明、使用方法、设计文档等）</a:t>
            </a:r>
            <a:endParaRPr lang="zh-CN" altLang="en-US" sz="4800"/>
          </a:p>
          <a:p>
            <a:pPr marL="0" indent="0">
              <a:buNone/>
            </a:pPr>
            <a:r>
              <a:rPr lang="zh-CN" altLang="en-US" sz="4800">
                <a:sym typeface="+mn-ea"/>
              </a:rPr>
              <a:t>- 提交物</a:t>
            </a:r>
            <a:r>
              <a:rPr lang="en-US" altLang="zh-CN" sz="4800">
                <a:sym typeface="+mn-ea"/>
              </a:rPr>
              <a:t>3/</a:t>
            </a:r>
            <a:r>
              <a:rPr lang="zh-CN" altLang="en-US" sz="4800">
                <a:sym typeface="+mn-ea"/>
              </a:rPr>
              <a:t>演示视频（</a:t>
            </a:r>
            <a:r>
              <a:rPr lang="en-US" altLang="zh-CN" sz="4800">
                <a:sym typeface="+mn-ea"/>
              </a:rPr>
              <a:t>1</a:t>
            </a:r>
            <a:r>
              <a:rPr lang="zh-CN" altLang="en-US" sz="4800">
                <a:sym typeface="+mn-ea"/>
              </a:rPr>
              <a:t>分钟以内）（可选）</a:t>
            </a:r>
            <a:endParaRPr lang="zh-CN" altLang="en-US" sz="4800"/>
          </a:p>
          <a:p>
            <a:pPr marL="0" indent="0">
              <a:buNone/>
            </a:pPr>
            <a:r>
              <a:rPr lang="zh-CN" altLang="en-US" sz="4800">
                <a:sym typeface="+mn-ea"/>
              </a:rPr>
              <a:t>-</a:t>
            </a:r>
            <a:r>
              <a:rPr lang="en-US" altLang="zh-CN" sz="4800">
                <a:sym typeface="+mn-ea"/>
              </a:rPr>
              <a:t> </a:t>
            </a:r>
            <a:r>
              <a:rPr lang="zh-CN" altLang="en-US" sz="4800">
                <a:sym typeface="+mn-ea"/>
              </a:rPr>
              <a:t>备份提交：以上内容打包成“学号姓名</a:t>
            </a:r>
            <a:r>
              <a:rPr lang="en-US" altLang="zh-CN" sz="4800">
                <a:sym typeface="+mn-ea"/>
              </a:rPr>
              <a:t>”</a:t>
            </a:r>
            <a:r>
              <a:rPr lang="zh-CN" altLang="en-US" sz="4800">
                <a:sym typeface="+mn-ea"/>
              </a:rPr>
              <a:t>的压缩包形式（小于</a:t>
            </a:r>
            <a:r>
              <a:rPr lang="en-US" altLang="zh-CN" sz="4800">
                <a:sym typeface="+mn-ea"/>
              </a:rPr>
              <a:t>200M</a:t>
            </a:r>
            <a:r>
              <a:rPr lang="zh-CN" altLang="en-US" sz="4800">
                <a:sym typeface="+mn-ea"/>
              </a:rPr>
              <a:t>），比如“</a:t>
            </a:r>
            <a:r>
              <a:rPr lang="en-US" altLang="zh-CN" sz="4800">
                <a:sym typeface="+mn-ea"/>
              </a:rPr>
              <a:t>10086</a:t>
            </a:r>
            <a:r>
              <a:rPr lang="zh-CN" altLang="en-US" sz="4800">
                <a:sym typeface="+mn-ea"/>
              </a:rPr>
              <a:t>张三</a:t>
            </a:r>
            <a:r>
              <a:rPr lang="en-US" altLang="zh-CN" sz="4800">
                <a:sym typeface="+mn-ea"/>
              </a:rPr>
              <a:t>.rar</a:t>
            </a:r>
            <a:r>
              <a:rPr lang="zh-CN" altLang="en-US" sz="4800">
                <a:sym typeface="+mn-ea"/>
              </a:rPr>
              <a:t>”，提交到“</a:t>
            </a:r>
            <a:r>
              <a:rPr lang="en-US" altLang="zh-CN" sz="4800">
                <a:sym typeface="+mn-ea"/>
              </a:rPr>
              <a:t>002Homework2</a:t>
            </a:r>
            <a:r>
              <a:rPr lang="zh-CN" altLang="en-US" sz="4800">
                <a:sym typeface="+mn-ea"/>
              </a:rPr>
              <a:t>”下。</a:t>
            </a:r>
            <a:endParaRPr lang="zh-CN" altLang="en-US" sz="4800">
              <a:sym typeface="+mn-ea"/>
            </a:endParaRPr>
          </a:p>
          <a:p>
            <a:pPr marL="0" indent="0">
              <a:buNone/>
            </a:pPr>
            <a:r>
              <a:rPr lang="en-US" altLang="zh-CN" sz="4800">
                <a:sym typeface="+mn-ea"/>
              </a:rPr>
              <a:t>- </a:t>
            </a:r>
            <a:r>
              <a:rPr lang="zh-CN" altLang="en-US" sz="4800">
                <a:sym typeface="+mn-ea"/>
              </a:rPr>
              <a:t>提交截止时间：</a:t>
            </a:r>
            <a:r>
              <a:rPr lang="en-US" altLang="zh-CN" sz="4800">
                <a:sym typeface="+mn-ea"/>
              </a:rPr>
              <a:t>2026</a:t>
            </a:r>
            <a:r>
              <a:rPr lang="zh-CN" altLang="en-US" sz="4800">
                <a:sym typeface="+mn-ea"/>
              </a:rPr>
              <a:t>年</a:t>
            </a:r>
            <a:r>
              <a:rPr lang="en-US" altLang="zh-CN" sz="4800">
                <a:sym typeface="+mn-ea"/>
              </a:rPr>
              <a:t>10</a:t>
            </a:r>
            <a:r>
              <a:rPr lang="zh-CN" altLang="en-US" sz="4800">
                <a:sym typeface="+mn-ea"/>
              </a:rPr>
              <a:t>月</a:t>
            </a:r>
            <a:r>
              <a:rPr lang="en-US" altLang="zh-CN" sz="4800">
                <a:sym typeface="+mn-ea"/>
              </a:rPr>
              <a:t>25</a:t>
            </a:r>
            <a:r>
              <a:rPr lang="zh-CN" altLang="en-US" sz="4800">
                <a:sym typeface="+mn-ea"/>
              </a:rPr>
              <a:t>日</a:t>
            </a:r>
            <a:r>
              <a:rPr lang="en-US" altLang="zh-CN" sz="4800">
                <a:sym typeface="+mn-ea"/>
              </a:rPr>
              <a:t>24</a:t>
            </a:r>
            <a:r>
              <a:rPr lang="zh-CN" altLang="en-US" sz="4800">
                <a:sym typeface="+mn-ea"/>
              </a:rPr>
              <a:t>点</a:t>
            </a:r>
            <a:endParaRPr lang="zh-CN" altLang="en-US" sz="4800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附录：</a:t>
            </a:r>
            <a:r>
              <a:rPr lang="en-US" altLang="zh-CN"/>
              <a:t>SE2026</a:t>
            </a:r>
            <a:r>
              <a:rPr lang="zh-CN" altLang="en-US"/>
              <a:t>课程实践</a:t>
            </a:r>
            <a:r>
              <a:rPr lang="zh-CN" altLang="en-US"/>
              <a:t>规划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课程实践规划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H1 </a:t>
            </a:r>
            <a:r>
              <a:rPr lang="zh-CN" altLang="en-US" dirty="0"/>
              <a:t>已发布，</a:t>
            </a:r>
            <a:r>
              <a:rPr lang="en-US" altLang="zh-CN" dirty="0"/>
              <a:t>10.7</a:t>
            </a:r>
            <a:r>
              <a:rPr lang="zh-CN" altLang="en-US" dirty="0"/>
              <a:t>（延期至</a:t>
            </a:r>
            <a:r>
              <a:rPr lang="en-US" altLang="zh-CN" dirty="0"/>
              <a:t>W4</a:t>
            </a:r>
            <a:r>
              <a:rPr lang="zh-CN" altLang="en-US" dirty="0"/>
              <a:t>周日）提交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H2 10.8</a:t>
            </a:r>
            <a:r>
              <a:rPr lang="zh-CN" altLang="en-US" dirty="0"/>
              <a:t>正式发布，</a:t>
            </a:r>
            <a:r>
              <a:rPr lang="en-US" altLang="zh-CN" dirty="0"/>
              <a:t>10.25</a:t>
            </a:r>
            <a:r>
              <a:rPr lang="zh-CN" altLang="en-US" dirty="0"/>
              <a:t>（</a:t>
            </a:r>
            <a:r>
              <a:rPr lang="en-US" altLang="zh-CN" dirty="0"/>
              <a:t>W6</a:t>
            </a:r>
            <a:r>
              <a:rPr lang="zh-CN" altLang="en-US" dirty="0"/>
              <a:t>周日）提交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W7</a:t>
            </a:r>
            <a:r>
              <a:rPr lang="zh-CN" altLang="en-US" dirty="0"/>
              <a:t>团队项目（</a:t>
            </a:r>
            <a:r>
              <a:rPr lang="en-US" altLang="zh-CN" dirty="0"/>
              <a:t>WF4SE</a:t>
            </a:r>
            <a:r>
              <a:rPr lang="zh-CN" altLang="en-US" dirty="0"/>
              <a:t>）组队（组队要求见后页）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W7-W15 WF4SE + SE PRJ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W16</a:t>
            </a:r>
            <a:r>
              <a:rPr lang="zh-CN" altLang="en-US" dirty="0"/>
              <a:t>预答辩（送审前），修改，</a:t>
            </a:r>
            <a:r>
              <a:rPr lang="en-US" altLang="zh-CN" dirty="0"/>
              <a:t>W16</a:t>
            </a:r>
            <a:r>
              <a:rPr lang="zh-CN" altLang="en-US" dirty="0"/>
              <a:t>周日送审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团队项目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项目包括：</a:t>
            </a:r>
            <a:r>
              <a:rPr lang="en-US" altLang="zh-CN" dirty="0"/>
              <a:t>WF4SE</a:t>
            </a:r>
            <a:r>
              <a:rPr lang="zh-CN" altLang="en-US" dirty="0"/>
              <a:t>，以及用以交付测试的</a:t>
            </a:r>
            <a:r>
              <a:rPr lang="en-US" altLang="zh-CN" dirty="0"/>
              <a:t>SE PRJ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组队规模：</a:t>
            </a:r>
            <a:r>
              <a:rPr lang="en-US" altLang="zh-CN" dirty="0"/>
              <a:t>6</a:t>
            </a:r>
            <a:r>
              <a:rPr lang="zh-CN" altLang="en-US" dirty="0"/>
              <a:t>人</a:t>
            </a:r>
            <a:r>
              <a:rPr lang="en-US" altLang="zh-CN" dirty="0"/>
              <a:t>/</a:t>
            </a:r>
            <a:r>
              <a:rPr lang="zh-CN" altLang="en-US" dirty="0"/>
              <a:t>组（</a:t>
            </a:r>
            <a:r>
              <a:rPr lang="en-US" altLang="zh-CN" dirty="0"/>
              <a:t>A13</a:t>
            </a:r>
            <a:r>
              <a:rPr lang="zh-CN" altLang="en-US" dirty="0"/>
              <a:t>组，</a:t>
            </a:r>
            <a:r>
              <a:rPr lang="en-US" altLang="zh-CN" dirty="0"/>
              <a:t>B12</a:t>
            </a:r>
            <a:r>
              <a:rPr lang="zh-CN" altLang="en-US" dirty="0"/>
              <a:t>组）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组队方式：“</a:t>
            </a:r>
            <a:r>
              <a:rPr lang="en-US" altLang="zh-CN" dirty="0"/>
              <a:t>3+3</a:t>
            </a:r>
            <a:r>
              <a:rPr lang="zh-CN" altLang="en-US" dirty="0"/>
              <a:t>”，</a:t>
            </a:r>
            <a:r>
              <a:rPr lang="en-US" altLang="zh-CN" dirty="0"/>
              <a:t>3</a:t>
            </a:r>
            <a:r>
              <a:rPr lang="zh-CN" altLang="en-US" dirty="0"/>
              <a:t>自由组队（缺勤者无自由组队</a:t>
            </a:r>
            <a:r>
              <a:rPr lang="zh-CN" altLang="en-US" dirty="0"/>
              <a:t>权限），</a:t>
            </a:r>
            <a:r>
              <a:rPr lang="en-US" altLang="zh-CN" dirty="0"/>
              <a:t>3</a:t>
            </a:r>
            <a:r>
              <a:rPr lang="zh-CN" altLang="en-US" dirty="0"/>
              <a:t>随机分配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1376</Words>
  <Application>WPS 演示</Application>
  <PresentationFormat>宽屏</PresentationFormat>
  <Paragraphs>88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Office 主题​​</vt:lpstr>
      <vt:lpstr>Homework2</vt:lpstr>
      <vt:lpstr>Simple Workflow MVP（2 Weeks）</vt:lpstr>
      <vt:lpstr>Simple Workflow MVP（2 Weeks）</vt:lpstr>
      <vt:lpstr>Simple Workflow MVP（2 Weeks）</vt:lpstr>
      <vt:lpstr>附录：SE2026课程实践规划</vt:lpstr>
      <vt:lpstr>课程实践规划</vt:lpstr>
      <vt:lpstr>团队项目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ERICKONG</dc:creator>
  <cp:lastModifiedBy>夏日炎炎</cp:lastModifiedBy>
  <cp:revision>14</cp:revision>
  <dcterms:created xsi:type="dcterms:W3CDTF">2026-10-08T22:31:56Z</dcterms:created>
  <dcterms:modified xsi:type="dcterms:W3CDTF">2026-10-08T22:31:56Z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D0D964B04BF536D42AFDBA6A327E7C31_41</vt:lpwstr>
  </property>
</Properties>
</file>